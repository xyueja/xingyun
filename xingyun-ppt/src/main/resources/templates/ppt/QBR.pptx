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柱形图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32801276"/>
        <c:axId val="143491091"/>
      </c:barChart>
      <c:catAx>
        <c:axId val="3328012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491091"/>
        <c:crosses val="autoZero"/>
        <c:auto val="1"/>
        <c:lblAlgn val="ctr"/>
        <c:lblOffset val="100"/>
        <c:noMultiLvlLbl val="0"/>
      </c:catAx>
      <c:valAx>
        <c:axId val="1434910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28012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131282-3c0f-4592-b429-09b533f021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柱形图</a:t>
            </a:r>
            <a:r>
              <a:rPr lang="en-US" altLang="zh-CN"/>
              <a:t>2</a:t>
            </a:r>
            <a:endParaRPr lang="en-US" altLang="zh-CN"/>
          </a:p>
        </c:rich>
      </c:tx>
      <c:layout>
        <c:manualLayout>
          <c:xMode val="edge"/>
          <c:yMode val="edge"/>
          <c:x val="0.455807260235818"/>
          <c:y val="0.017479153303399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32801276"/>
        <c:axId val="143491091"/>
      </c:barChart>
      <c:catAx>
        <c:axId val="3328012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491091"/>
        <c:crosses val="autoZero"/>
        <c:auto val="1"/>
        <c:lblAlgn val="ctr"/>
        <c:lblOffset val="100"/>
        <c:noMultiLvlLbl val="0"/>
      </c:catAx>
      <c:valAx>
        <c:axId val="1434910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28012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131282-3c0f-4592-b429-09b533f021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/>
              <a:t>组合图</a:t>
            </a:r>
            <a:endParaRPr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9753845"/>
        <c:axId val="21278270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9753845"/>
        <c:axId val="212782703"/>
      </c:lineChart>
      <c:catAx>
        <c:axId val="72975384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2782703"/>
        <c:crosses val="autoZero"/>
        <c:auto val="1"/>
        <c:lblAlgn val="ctr"/>
        <c:lblOffset val="100"/>
        <c:noMultiLvlLbl val="0"/>
      </c:catAx>
      <c:valAx>
        <c:axId val="21278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975384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8cf3e43-166c-45fc-acd3-12fc624b02d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7880" y="267970"/>
            <a:ext cx="7074535" cy="504190"/>
          </a:xfrm>
        </p:spPr>
        <p:txBody>
          <a:bodyPr>
            <a:normAutofit/>
          </a:bodyPr>
          <a:p>
            <a:r>
              <a:rPr lang="zh-CN" altLang="en-US" sz="2220"/>
              <a:t>演示</a:t>
            </a:r>
            <a:r>
              <a:rPr lang="en-US" altLang="zh-CN" sz="2220"/>
              <a:t>1</a:t>
            </a:r>
            <a:endParaRPr lang="en-US" altLang="zh-CN" sz="2220"/>
          </a:p>
        </p:txBody>
      </p:sp>
      <p:graphicFrame>
        <p:nvGraphicFramePr>
          <p:cNvPr id="4" name="图表 3"/>
          <p:cNvGraphicFramePr/>
          <p:nvPr/>
        </p:nvGraphicFramePr>
        <p:xfrm>
          <a:off x="2675890" y="144907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7880" y="267970"/>
            <a:ext cx="7074535" cy="504190"/>
          </a:xfrm>
        </p:spPr>
        <p:txBody>
          <a:bodyPr>
            <a:normAutofit/>
          </a:bodyPr>
          <a:p>
            <a:r>
              <a:rPr lang="zh-CN" altLang="en-US" sz="2220"/>
              <a:t>演示</a:t>
            </a:r>
            <a:r>
              <a:rPr lang="en-US" altLang="zh-CN" sz="2220"/>
              <a:t>2</a:t>
            </a:r>
            <a:endParaRPr lang="en-US" altLang="zh-CN" sz="2220"/>
          </a:p>
        </p:txBody>
      </p:sp>
      <p:graphicFrame>
        <p:nvGraphicFramePr>
          <p:cNvPr id="4" name="图表 3"/>
          <p:cNvGraphicFramePr/>
          <p:nvPr/>
        </p:nvGraphicFramePr>
        <p:xfrm>
          <a:off x="2729230" y="223202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</p:nvPr>
        </p:nvGraphicFramePr>
        <p:xfrm>
          <a:off x="2416810" y="1939925"/>
          <a:ext cx="7061200" cy="3671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演示1</vt:lpstr>
      <vt:lpstr>演示2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yxuej</dc:creator>
  <cp:lastModifiedBy>云舒</cp:lastModifiedBy>
  <cp:revision>12</cp:revision>
  <dcterms:created xsi:type="dcterms:W3CDTF">2023-08-09T12:44:00Z</dcterms:created>
  <dcterms:modified xsi:type="dcterms:W3CDTF">2026-06-14T05:43:00Z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2052-12.1.0.26381</vt:lpwstr>
  </property>
  <property fmtid="{D5CDD505-2E9C-101B-9397-08002B2CF9AE}" pid="3" name="ICV">
    <vt:lpwstr>9A45FA878D464385B80F68C99501E9B9_12</vt:lpwstr>
  </property>
</Properties>
</file>